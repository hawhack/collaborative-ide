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описание платформы, стек, сценарий использования (project_dump.txt / project_dump.pdf).
- docker-compose.yml: one-command startup и состав сервисов.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product flow, architecture, security and execution, supported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architecture block and service roles.
- docker-compose.yml: services frontend, backend, collab, executor, postgres, redis, nginx.
- nginx.conf: proxy to backend and /ws/collab.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FastAPI, PostgreSQL, Redis, React, Monaco, Yjs/Hocuspocus, Dockerized sandbox execution, AI review.
- frontend/package.json: React, Monaco, @hocuspocus/provider, yjs, y-monaco.
- backend/requirements.txt and collab/package-lock.json: FastAPI, SQLAlchemy, Redis, Hocuspocus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register/login, create project, collaborate, run snapshot, request AI review, activity log and leaderboard.
- backend API router and endpoints: auth, projects, execution, reviews, activities, chat, terminal.
- migration 20260401_0002: project_files, project_chat_messages, terminal_sessions, terminal_events.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collab service for CRDT sync, awareness and cursor presence.
- collab/src index: onAuthenticate, onAwarenessUpdate, onChange.
- frontend package.json: @hocuspocus/provider, monaco-editor, yjs, y-monaco.
- ProjectPage/related frontend components from feature dump: presence users, collaborator overlay, active file, cursor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isolated execution, no network, timeout/memory/CPU/pids/read-only rootfs and cleanup; AI review product flow.
- executor service config and SandboxExecutor limits payload.
- backend app/ai provider, normalizer, prompt_builder: review schema and fallback review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initial migration 20260331_0001: users, projects, project_members, refresh_tokens, project_documents, activity_events, execution_runs, ai_review_records.
- migration 20260401_0002: project_files, project_chat_messages, terminal_sessions, terminal_events.
- backend API router: auth, users, projects, activities, execution, reviews, chat,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one-command startup.
- docker-compose.yml: services and ports.
- nginx.conf: single public entrypoint and websocket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README.md: product flow.
- Implemented feature set from backend routes and frontend project room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synthesized from implemented architecture, feature set, and roadmap implications of current platform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73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Collaborative IDE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287000" y="6446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Защита проекта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"/>
            <a:ext cx="12191695" cy="665683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1005840"/>
            <a:ext cx="10789920" cy="4892040"/>
          </a:xfrm>
          <a:prstGeom prst="roundRect">
            <a:avLst>
              <a:gd name="adj" fmla="val 4112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Collaborative IDE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24128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Презентация для защиты проекта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2651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Веб-платформа для совместной разработки кода в реальном времени: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редактор, чат, терминал, безопасный запуск кода, AI-review и развёртывание через Docker.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43800" y="1508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54112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Realtime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54112" y="1883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Yjs + Hocuspocus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43800" y="2651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32B24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54112" y="2807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54112" y="3026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Sandbox executor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3794760"/>
            <a:ext cx="3063240" cy="841248"/>
          </a:xfrm>
          <a:prstGeom prst="roundRect">
            <a:avLst>
              <a:gd name="adj" fmla="val 17391"/>
            </a:avLst>
          </a:prstGeom>
          <a:solidFill>
            <a:srgbClr val="1B2437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3950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54112" y="41696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 compose up --build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4754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B4CC"/>
                </a:solidFill>
              </a:rPr>
              <a:t>Подготовила: ____________________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5B4CC"/>
                </a:solidFill>
              </a:rPr>
              <a:t>Группа: ____________________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Актуальность, проблема и цель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Почему этот проект имеет практическую ценность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577840" cy="5029200"/>
          </a:xfrm>
          <a:prstGeom prst="roundRect">
            <a:avLst>
              <a:gd name="adj" fmla="val 290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234440"/>
            <a:ext cx="5257800" cy="50292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8463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Обычный локальный редактор не даёт настоящей совместной разработки в реальном времени.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Запуск недоверенного кода на сервере опасен без изоляции.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Команде нужны единое рабочее пространство, история активности и быстрый код-ревью процесс.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Цель проекта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18745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Создать web-платформу совместной разработки, которая объединяет редактор кода, синхронизацию изменений, коммуникацию, безопасное выполнение кода и AI-review в одном интерфейсе.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3474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Ключевые задачи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3749040"/>
            <a:ext cx="457200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реализовать аутентификацию и проекты;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обеспечить realtime-collaboration и видимость курсоров;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добавить чат, терминал, запуск кода, AI-review и Docker-развёртывание.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Платформа построена как набор специализированных сервисов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240280" cy="1005840"/>
          </a:xfrm>
          <a:prstGeom prst="roundRect">
            <a:avLst>
              <a:gd name="adj" fmla="val 14545"/>
            </a:avLst>
          </a:prstGeom>
          <a:solidFill>
            <a:srgbClr val="172036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029968"/>
            <a:ext cx="1984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React + Vite + Monaco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1828800"/>
            <a:ext cx="1920240" cy="1005840"/>
          </a:xfrm>
          <a:prstGeom prst="roundRect">
            <a:avLst>
              <a:gd name="adj" fmla="val 14545"/>
            </a:avLst>
          </a:prstGeom>
          <a:solidFill>
            <a:srgbClr val="1B2437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74136" y="2029968"/>
            <a:ext cx="1664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Nginx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единая точка входа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40680" y="1828800"/>
            <a:ext cx="2148840" cy="1005840"/>
          </a:xfrm>
          <a:prstGeom prst="roundRect">
            <a:avLst>
              <a:gd name="adj" fmla="val 14545"/>
            </a:avLst>
          </a:prstGeom>
          <a:solidFill>
            <a:srgbClr val="172036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68696" y="2029968"/>
            <a:ext cx="1892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FastAPI + WebSocket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09560" y="1234440"/>
            <a:ext cx="2011680" cy="1005840"/>
          </a:xfrm>
          <a:prstGeom prst="roundRect">
            <a:avLst>
              <a:gd name="adj" fmla="val 14545"/>
            </a:avLst>
          </a:prstGeom>
          <a:solidFill>
            <a:srgbClr val="15283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37576" y="14356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Collab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Hocuspocus + Yjs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09560" y="2697480"/>
            <a:ext cx="2011680" cy="1005840"/>
          </a:xfrm>
          <a:prstGeom prst="roundRect">
            <a:avLst>
              <a:gd name="adj" fmla="val 14545"/>
            </a:avLst>
          </a:prstGeom>
          <a:solidFill>
            <a:srgbClr val="17331F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37576" y="289864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изолированный запуск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95560" y="1234440"/>
            <a:ext cx="1234440" cy="100584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323576" y="1435608"/>
            <a:ext cx="97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95560" y="2697480"/>
            <a:ext cx="1234440" cy="100584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323576" y="2898648"/>
            <a:ext cx="9784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Redis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971800" y="2331720"/>
            <a:ext cx="274320" cy="1645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331720"/>
            <a:ext cx="274320" cy="1645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2700000">
            <a:off x="7589520" y="1920240"/>
            <a:ext cx="320040" cy="411480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7589520" y="2743200"/>
            <a:ext cx="320040" cy="411480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1737360"/>
            <a:ext cx="274320" cy="1645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3200400"/>
            <a:ext cx="274320" cy="164592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51960"/>
            <a:ext cx="10607040" cy="1234440"/>
          </a:xfrm>
          <a:prstGeom prst="roundRect">
            <a:avLst>
              <a:gd name="adj" fmla="val 11852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4526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Основные связи: frontend обращается к backend по REST/WebSocket, Nginx маршрутизирует HTTP и /ws/collab, collab-сервис синхронизирует документ через Yjs/Hocuspocus, executor запускает пользовательский код в sandbox, PostgreSQL хранит сущности проекта и историю, Redis используется для realtime-координации.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Технологический стек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Ключевые технологии и их роль в проекте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React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Vite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Monaco Editor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TypeScript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Tailwind CSS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11A2D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2783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7296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FastAPI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SQLAlchemy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Alembic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JWT auth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WebSocket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4068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0527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Realtime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5040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Yjs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Hocuspocus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Awareness / presence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MonacoBinding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11A2D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8271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Infrastructure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2784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Docker Compose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Nginx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Executor service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Isolated containers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195560" y="1463040"/>
            <a:ext cx="1920240" cy="4480560"/>
          </a:xfrm>
          <a:prstGeom prst="roundRect">
            <a:avLst>
              <a:gd name="adj" fmla="val 76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360152" y="16916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Data &amp;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05288" y="2011680"/>
            <a:ext cx="1664208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PostgreSQL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Redis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OpenAI-compatible API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Fallback 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Реализованный функционал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Что умеет система с точки зрения пользователя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002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Регистрация и логин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189280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JWT access token + refresh token в HttpOnly cookie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6002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Проекты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90872" y="189280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создание, список, открытие project room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417320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85632" y="16002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Совместное редактирование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85632" y="189280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синхронизация текста, курсоры, участники, awareness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953512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136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Файловое дерево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" y="34290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несколько файлов внутри проекта и выбор активного файла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2953512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3136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Чат проекта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90872" y="34290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сообщения и ссылки на код/вставки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0" y="2953512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85632" y="31363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Shared terminal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5632" y="34290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единая сессия команд внутри проекта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489704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32B24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672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Запуск кода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496519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Python и JavaScript в sandbox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26280" y="4489704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32B24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90872" y="4672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review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90872" y="496519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структурированный review + рекомендации + merge suggestion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21040" y="4489704"/>
            <a:ext cx="3383280" cy="1115568"/>
          </a:xfrm>
          <a:prstGeom prst="roundRect">
            <a:avLst>
              <a:gd name="adj" fmla="val 13115"/>
            </a:avLst>
          </a:prstGeom>
          <a:solidFill>
            <a:srgbClr val="132B24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85632" y="4672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Активность и лидерборд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85632" y="496519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5B4CC"/>
                </a:solidFill>
              </a:rPr>
              <a:t>события проекта и вклад участников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Как работает совместная разработка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Realtime collaboration — ключевая особенность проекта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486400" cy="5029200"/>
          </a:xfrm>
          <a:prstGeom prst="roundRect">
            <a:avLst>
              <a:gd name="adj" fmla="val 290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46520" y="1325880"/>
            <a:ext cx="4983480" cy="5029200"/>
          </a:xfrm>
          <a:prstGeom prst="roundRect">
            <a:avLst>
              <a:gd name="adj" fmla="val 2936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572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Механизм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8920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На клиенте используется Monaco Editor.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Изменения текста представляются как CRDT-состояние Yjs.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Hocuspocus-сервер синхронизирует документ между всеми подключёнными участниками.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Awareness-слой передаёт информацию о пользователях: имя, цвет, файл, строку, редактирование.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Пользователь видит присутствие, курсоры и активность других участников в комнате.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Что это даёт на демо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20624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1) два пользователя входят в одну комнату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2) один печатает код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3) второй видит изменения почти мгновенно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4) видны участники и их позиции в редакторе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5) совместная работа не требует ручного обновления страницы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720840" y="4389120"/>
            <a:ext cx="3931920" cy="0"/>
          </a:xfrm>
          <a:prstGeom prst="line">
            <a:avLst/>
          </a:prstGeom>
          <a:noFill/>
          <a:ln w="12700">
            <a:solidFill>
              <a:srgbClr val="27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57200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CC"/>
                </a:solidFill>
              </a:rPr>
              <a:t>Для защиты это удобно показывать как основной wow-эффект проекта.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Безопасный запуск кода и AI-review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Система не выполняет пользовательский код внутри backend напрямую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94960" cy="4846320"/>
          </a:xfrm>
          <a:prstGeom prst="roundRect">
            <a:avLst>
              <a:gd name="adj" fmla="val 3019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371600"/>
            <a:ext cx="5074920" cy="484632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459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Запуск кода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47548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Backend отправляет код в отдельный executor-service.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Executor поднимает изолированный контейнер для запуска.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Ограничения: timeout, memory, CPU, pids, read-only rootfs, network disabled.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Поддерживаются Python и JavaScript.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Результат сохраняется как execution run: stdout, stderr, exit code, duration.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583680" y="16459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AI-review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1920240"/>
            <a:ext cx="438912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Пользователь отправляет текущий код на review.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Провайдер возвращает JSON-структуру: summary, issues, suggestions, merge suggestion.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Если AI недоступен, система использует детерминированный fallback review.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Review учитывает и collaboration context — например, активных участников.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537960" y="5074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5B4CC"/>
                </a:solidFill>
              </a:rPr>
              <a:t>Польза для защиты: можно показать и engineering-часть, и AI-компонент проекта.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Модель данных и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Серверная часть поддерживает как базовые, так и расширенные сущности проекта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5120640"/>
          </a:xfrm>
          <a:prstGeom prst="roundRect">
            <a:avLst>
              <a:gd name="adj" fmla="val 2857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База данных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users — пользователи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5840" y="24505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projects — проекты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8895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project_members — участники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5840" y="332841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project_documents — состояние документа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5840" y="37673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project_files — файлы проекта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project_chat_messages — чат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terminal_sessions / terminal_events — терминал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17920" y="245059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execution_runs — запуски кода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217920" y="28895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ai_review_records — AI-review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17920" y="332841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activity_events — активность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17920" y="37673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5E7EB"/>
                </a:solidFill>
              </a:rPr>
              <a:t>• refresh_tokens — безопасные сессии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016752" y="1828800"/>
            <a:ext cx="0" cy="3291840"/>
          </a:xfrm>
          <a:prstGeom prst="line">
            <a:avLst/>
          </a:prstGeom>
          <a:noFill/>
          <a:ln w="12700">
            <a:solidFill>
              <a:srgbClr val="273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Основные API-маршруты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504748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/auth • /projects • /activities • /execution • /reviews • /chat • /terminal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Развёртывание и запуск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Почему Docker важен для воспроизводимости и демонстрации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754880" cy="5120640"/>
          </a:xfrm>
          <a:prstGeom prst="roundRect">
            <a:avLst>
              <a:gd name="adj" fmla="val 3077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0" y="1325880"/>
            <a:ext cx="5623560" cy="512064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One-command startup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3474720" cy="457200"/>
          </a:xfrm>
          <a:prstGeom prst="rect">
            <a:avLst/>
          </a:prstGeom>
          <a:solidFill>
            <a:srgbClr val="1B243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docker compose up --build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16052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Nginx — единая публичная точка входа на localhost.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PostgreSQL и Redis поднимаются как инфраструктурные сервисы.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Backend применяет миграции на старте.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Frontend и collab стартуют как отдельные сервисы.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E5E7EB"/>
                </a:solidFill>
              </a:rPr>
              <a:t>Executor выделен в отдельный контейнер для безопасного запуска кода.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989320" y="1645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Почему это важно для защиты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89320" y="2011680"/>
            <a:ext cx="47548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проект проще переносить и запускать на другой машине;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зависимости сервисов зафиксированы;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можно показать зрелый engineering-подход;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каждый сервис изолирован и отвечает за свою задачу.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89320" y="4754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5B4CC"/>
                </a:solidFill>
              </a:rPr>
              <a:t>Риски, которые были решены при сборке: node_modules mounts, healthchecks, Nginx routing, startup order контейнеров.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Сценарий демонстрации на защите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Короткий, но убедительный показ возможностей системы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972800" cy="5257800"/>
          </a:xfrm>
          <a:prstGeom prst="roundRect">
            <a:avLst>
              <a:gd name="adj" fmla="val 2783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45920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59105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1. Открыть localhost и показать авторизацию.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60120" y="2130552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7568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2. Создать новый проект и войти в project room.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0120" y="2615184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56032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3. Открыть одну комнату в двух окнах/браузерах и показать realtime-синхронизацию.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0120" y="3099816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044952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4. Показать курсор/участников и совместное редактирование.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0120" y="358444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529584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5. Отправить сообщение в чат.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0120" y="406908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0142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6. Выполнить команду в shared terminal.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60120" y="45537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498848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7. Запустить код и показать результат run.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60120" y="503834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98348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8. Запросить AI-review и показать summary / issues / suggestions.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60120" y="5522976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5468112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5E7EB"/>
                </a:solidFill>
              </a:rPr>
              <a:t>9. Открыть activity log и leaderboard как итог совместной работы.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Итоги, результаты и перспективы развития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B4CC"/>
                </a:solidFill>
              </a:rPr>
              <a:t>Что уже сделано и как проект можно развивать дальше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937760"/>
          </a:xfrm>
          <a:prstGeom prst="roundRect">
            <a:avLst>
              <a:gd name="adj" fmla="val 2963"/>
            </a:avLst>
          </a:prstGeom>
          <a:solidFill>
            <a:srgbClr val="121A2E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27324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642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Результат работы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66344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Создана полнофункциональная collaborative IDE platform.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Объединены редактор, realtime collaboration, chat, terminal, code execution, AI-review и activity analytics.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Проект разворачивается через Docker и демонстрирует модульную архитектуру.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Решены вопросы безопасности запуска пользовательского кода.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16642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Перспективы развития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29768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поддержка Git и ветвления;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совместное ревью pull-request-like сценариев;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голос/видео-коммуникация внутри комнаты;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поддержка новых языков и шаблонов проектов;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</a:rPr>
              <a:t>ролевая модель доступа и публичные проекты.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Спасибо за внимание!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37376"/>
            <a:ext cx="20116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IDE Platform</dc:title>
  <dc:subject>Защита проекта Collaborative IDE</dc:subject>
  <dc:creator>OpenAI</dc:creator>
  <cp:lastModifiedBy>OpenAI</cp:lastModifiedBy>
  <cp:revision>1</cp:revision>
  <dcterms:created xsi:type="dcterms:W3CDTF">2026-04-02T06:56:48Z</dcterms:created>
  <dcterms:modified xsi:type="dcterms:W3CDTF">2026-04-02T06:56:48Z</dcterms:modified>
</cp:coreProperties>
</file>